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Heart Disease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Student: Siva Sankar Reddy</a:t>
            </a:r>
            <a:br/>
            <a:r>
              <a:t>Department: CSE</a:t>
            </a:r>
            <a:br/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Heart disease is a major global health challenge. This project analyzes patient medical data using SQL, Tableau dashboards, and Flask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To identify heart disease risk factors using patient attributes such as age, cholesterol, blood pressure, and exercise angina.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MySQL • Tableau Public • Python Flask • CSV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Attributes include Age, Gender, Chest Pain Type, Cholesterol, Blood Pressure, Exercise Angina and Disease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 Collection → SQL Analysis → Tableau Visualization → KPI Dashboard → Flask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Total Patients • Disease Patients • Average Cholesterol.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Age vs Disease • Gender Analysis • Chest Pain • Blood Pressure Impact • Exercise Angina.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Dataset Size: 1025 Records</a:t>
            </a:r>
            <a:br/>
            <a:r>
              <a:t>Filters: Age, Gender, Target</a:t>
            </a:r>
            <a:br/>
            <a:r>
              <a:t>Dashboard Load Time: ~2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Interactive dashboards enable healthcare professionals to identify risk patterns and improve early diagnosis.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